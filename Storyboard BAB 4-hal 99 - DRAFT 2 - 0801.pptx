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6" r:id="rId3"/>
    <p:sldId id="265" r:id="rId4"/>
    <p:sldId id="274" r:id="rId5"/>
    <p:sldId id="268" r:id="rId6"/>
    <p:sldId id="269" r:id="rId7"/>
    <p:sldId id="270" r:id="rId8"/>
    <p:sldId id="273" r:id="rId9"/>
    <p:sldId id="275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1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29F5-D3EA-452B-A53A-9B8FBDBCB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F9207-2E26-4E4C-A1B2-C32291A6B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48B26-1CA3-400C-968C-74F2AD4A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90592-992B-48FD-9E13-8AED21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187D-59FC-458C-A6DC-1C7DC371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5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5053-A6A4-4493-A8E8-24CDEDE4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5167-D514-4A94-A904-9C7E76C8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F8EE-915B-45D7-9884-84A744E5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1B1B-E3D8-4CF5-A10E-7C8CAD27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ED7E6-7889-48C5-92E8-0FF92DE1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7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8B04-9075-4500-A4C5-6FADD88C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C8AA0-AFED-4BFD-8829-936044454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7321-59A8-4A7F-94BD-61454A07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0A2E3-C7D1-4461-8B24-6EDA1222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ED47-6F4C-4B09-BA75-0188209D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1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9E2C-B1D7-4D8F-8EBE-6EA6BAF4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40A6-B13B-4A32-8911-C51C9DFC6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C2588-7655-4B79-B85F-A353D35BA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5044D-8058-48C7-973B-99A58674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215B3-19F3-42EE-B25F-8DC3DEDD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74C06-CCB5-4117-9414-C02AB032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4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679B-7F9E-4EED-8A87-EEC38014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6E75-C729-443F-A95E-F5945185C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DB626-0044-44DD-BBE7-6BDC7BE1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24A4A-2311-4157-9E11-0E0191898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4A951-BD31-4E6D-A3BB-5082FFEEA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3B25A-D78A-45B1-A4C4-522F0C6B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3F946-0A9B-499B-89C5-2147E29C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285AD-304A-41FD-BEFD-7782E1B1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5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CD89-7E39-4F6A-9603-1C39CE5E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85AC9-1D20-4A97-A0CA-46DA1F89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3B205-3A04-4E97-88A7-C2F53DB0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829CE-0C86-4215-888F-2C47786D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2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D562C-ABB2-45CE-AB78-3CC7D95A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FF870-3C8D-4CD0-8F64-AF55E657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3D2A-46A6-4F2F-A492-034EB1E6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53F6-70F1-497A-9EFB-DED695E9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9620-02CE-49DC-B64A-3C47FCC8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BE5C2-71BF-4863-A8A5-9E4ED5FB4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48055-E525-49AB-B873-3F2CE7CE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F11B8-8D0E-4E3A-B6A2-CFF2BE74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B713E-EDD0-410B-A2FA-0723F0AE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4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DAB3-C7E2-4B8F-AA88-09A821DA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373D2-3D95-4285-9C08-54C7B5154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295A7-CC74-443A-9E40-4D7A48541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5AAD3-FF0E-4F16-B303-F7598F77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707E4-6B1D-4A27-BC40-42AF1766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CEE07-C79B-47B4-9658-CAFE5E53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4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85FF-F6A2-4F31-9FE4-A38595A6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521D8-0985-444B-9490-E1F6E5DD4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77C5-EFD8-406E-98AE-19B89342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FB04E-F513-41BF-808E-A1CE6FA0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AFB9-B713-4137-85F6-2CF789BC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5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95EAC-8CD2-4E2B-BA24-78807BD2B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873D2-8ACC-4EDD-BCF3-A4D4FA803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D6567-C3EF-4E36-A6B9-2B20288B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1F99D-261E-4E70-9B02-12809EED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95488-8CC3-4292-8739-992573FF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D609F-3719-4989-8AF1-5932DD9A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2A410-AA70-480B-B891-3C0462C68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6817-716E-4E09-8781-7911CFAD2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EF13-9236-4100-9217-747B363A573D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61AC-3AF3-4D57-B599-880B3070A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39190-630A-4DB9-B4DF-ECAABF526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B3302-808B-4B26-AFF0-68574980A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5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FFBC-35C7-49F0-BA58-846799F93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STORYBOARD GAME INTERAKTIF PEMBELAJARAN IPAS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8A11C-01A6-4097-AAF0-2D677C3F5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BAB 4: KEARIFAN LOKAL, WARISAN LELUHUR UNTUK PERSATUAN BANGSA</a:t>
            </a:r>
          </a:p>
          <a:p>
            <a:r>
              <a:rPr lang="en-US" dirty="0"/>
              <a:t>Judul Game: </a:t>
            </a:r>
            <a:r>
              <a:rPr lang="en-US" dirty="0" err="1"/>
              <a:t>Petak</a:t>
            </a:r>
            <a:r>
              <a:rPr lang="en-US" dirty="0"/>
              <a:t> </a:t>
            </a:r>
            <a:r>
              <a:rPr lang="en-US" dirty="0" err="1"/>
              <a:t>Umpet</a:t>
            </a:r>
            <a:r>
              <a:rPr lang="en-US" dirty="0"/>
              <a:t> Nusantara: </a:t>
            </a:r>
            <a:r>
              <a:rPr lang="en-US" dirty="0" err="1"/>
              <a:t>Misi</a:t>
            </a:r>
            <a:r>
              <a:rPr lang="en-US" dirty="0"/>
              <a:t> </a:t>
            </a:r>
            <a:r>
              <a:rPr lang="en-US" dirty="0" err="1"/>
              <a:t>Berburu</a:t>
            </a:r>
            <a:r>
              <a:rPr lang="en-US" dirty="0"/>
              <a:t> </a:t>
            </a:r>
            <a:r>
              <a:rPr lang="en-US" dirty="0" err="1"/>
              <a:t>Pakaian</a:t>
            </a:r>
            <a:r>
              <a:rPr lang="en-US" dirty="0"/>
              <a:t> </a:t>
            </a:r>
            <a:r>
              <a:rPr lang="en-US" dirty="0" err="1"/>
              <a:t>Adat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4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02246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NARATOR: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"Halo,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teman-teman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Hari ini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bermain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Petak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Umpet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Nusantara. Sambil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teman-teman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juga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belajar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berbagai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pakaian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seluruh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Indonesia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beserta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filosofinya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Yuk,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mulai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petualangannya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63043-FFAB-4BA5-A926-6CF30CFC3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5" y="832449"/>
            <a:ext cx="5322499" cy="2993906"/>
          </a:xfrm>
          <a:prstGeom prst="rect">
            <a:avLst/>
          </a:prstGeom>
        </p:spPr>
      </p:pic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589692E7-F93F-4684-A456-1DBEA817610F}"/>
              </a:ext>
            </a:extLst>
          </p:cNvPr>
          <p:cNvSpPr/>
          <p:nvPr/>
        </p:nvSpPr>
        <p:spPr>
          <a:xfrm>
            <a:off x="2825073" y="3282795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Mulai</a:t>
            </a:r>
          </a:p>
        </p:txBody>
      </p:sp>
    </p:spTree>
    <p:extLst>
      <p:ext uri="{BB962C8B-B14F-4D97-AF65-F5344CB8AC3E}">
        <p14:creationId xmlns:p14="http://schemas.microsoft.com/office/powerpoint/2010/main" val="285921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66358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NARATOR: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/>
                        <a:t>"</a:t>
                      </a:r>
                      <a:r>
                        <a:rPr lang="en-US" dirty="0" err="1"/>
                        <a:t>Dengarkan</a:t>
                      </a:r>
                      <a:r>
                        <a:rPr lang="en-US" dirty="0"/>
                        <a:t> baik-baik </a:t>
                      </a:r>
                      <a:r>
                        <a:rPr lang="en-US" dirty="0" err="1"/>
                        <a:t>petunjuk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diberikan</a:t>
                      </a:r>
                      <a:r>
                        <a:rPr lang="en-US" dirty="0"/>
                        <a:t>, lalu cari dan klik </a:t>
                      </a:r>
                      <a:r>
                        <a:rPr lang="en-US" dirty="0" err="1"/>
                        <a:t>daerah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tepat</a:t>
                      </a:r>
                      <a:r>
                        <a:rPr lang="en-US" dirty="0"/>
                        <a:t> di peta Indonesia. </a:t>
                      </a:r>
                      <a:r>
                        <a:rPr lang="en-US" dirty="0" err="1"/>
                        <a:t>Temukan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teman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kita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bersembunyi</a:t>
                      </a:r>
                      <a:r>
                        <a:rPr lang="en-US" dirty="0"/>
                        <a:t> untuk </a:t>
                      </a:r>
                      <a:r>
                        <a:rPr lang="en-US" dirty="0" err="1"/>
                        <a:t>mengumpulkan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poin</a:t>
                      </a:r>
                      <a:r>
                        <a:rPr lang="en-US" dirty="0"/>
                        <a:t>, dan </a:t>
                      </a:r>
                      <a:r>
                        <a:rPr lang="en-US" dirty="0" err="1"/>
                        <a:t>hati-hati</a:t>
                      </a:r>
                      <a:r>
                        <a:rPr lang="en-US" dirty="0"/>
                        <a:t> agar tidak salah pilih, </a:t>
                      </a:r>
                      <a:r>
                        <a:rPr lang="en-US" dirty="0" err="1"/>
                        <a:t>ya</a:t>
                      </a:r>
                      <a:r>
                        <a:rPr lang="en-US" dirty="0"/>
                        <a:t>!"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93CB9-7821-4B92-89F8-489B08BA7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37" y="828136"/>
            <a:ext cx="5357005" cy="2989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5C6DC-E088-4998-81AB-BD4365010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984" y="1162054"/>
            <a:ext cx="3106365" cy="2202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C65332-D303-4357-B8BD-8FCD400FC7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0" t="770" r="10239" b="24766"/>
          <a:stretch/>
        </p:blipFill>
        <p:spPr>
          <a:xfrm flipH="1">
            <a:off x="534837" y="1912451"/>
            <a:ext cx="1580821" cy="1905641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3CDE5507-354C-47CF-8464-240E35D3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68" y="4259469"/>
            <a:ext cx="514304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Teks Deskripsi di Layar (Panduan </a:t>
            </a:r>
            <a:r>
              <a:rPr lang="en-US" altLang="en-US" sz="1200" dirty="0" err="1">
                <a:latin typeface="Arial" panose="020B0604020202020204" pitchFamily="34" charset="0"/>
              </a:rPr>
              <a:t>Permainan</a:t>
            </a:r>
            <a:r>
              <a:rPr lang="en-US" altLang="en-US" sz="1200" dirty="0">
                <a:latin typeface="Arial" panose="020B0604020202020204" pitchFamily="34" charset="0"/>
              </a:rPr>
              <a:t>):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</a:rPr>
              <a:t>Perhatikan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petunjuk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berupa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suara</a:t>
            </a:r>
            <a:r>
              <a:rPr lang="en-US" altLang="en-US" sz="1200" dirty="0">
                <a:latin typeface="Arial" panose="020B0604020202020204" pitchFamily="34" charset="0"/>
              </a:rPr>
              <a:t> atau </a:t>
            </a:r>
            <a:r>
              <a:rPr lang="en-US" altLang="en-US" sz="1200" dirty="0" err="1">
                <a:latin typeface="Arial" panose="020B0604020202020204" pitchFamily="34" charset="0"/>
              </a:rPr>
              <a:t>tulisan</a:t>
            </a:r>
            <a:r>
              <a:rPr lang="en-US" altLang="en-US" sz="1200" dirty="0">
                <a:latin typeface="Arial" panose="020B0604020202020204" pitchFamily="34" charset="0"/>
              </a:rPr>
              <a:t> yang muncul untuk </a:t>
            </a:r>
            <a:r>
              <a:rPr lang="en-US" altLang="en-US" sz="1200" dirty="0" err="1">
                <a:latin typeface="Arial" panose="020B0604020202020204" pitchFamily="34" charset="0"/>
              </a:rPr>
              <a:t>mencari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tahu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pakaian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adat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dari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daerah</a:t>
            </a:r>
            <a:r>
              <a:rPr lang="en-US" altLang="en-US" sz="1200" dirty="0">
                <a:latin typeface="Arial" panose="020B0604020202020204" pitchFamily="34" charset="0"/>
              </a:rPr>
              <a:t> mana yang </a:t>
            </a:r>
            <a:r>
              <a:rPr lang="en-US" altLang="en-US" sz="1200" dirty="0" err="1">
                <a:latin typeface="Arial" panose="020B0604020202020204" pitchFamily="34" charset="0"/>
              </a:rPr>
              <a:t>sedang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bersembunyi</a:t>
            </a:r>
            <a:r>
              <a:rPr lang="en-US" altLang="en-US" sz="1200" dirty="0">
                <a:latin typeface="Arial" panose="020B0604020202020204" pitchFamily="34" charset="0"/>
              </a:rPr>
              <a:t>!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Cari dan Klik ikon di peta yang sesuai dengan </a:t>
            </a:r>
            <a:r>
              <a:rPr lang="en-US" altLang="en-US" sz="1200" dirty="0" err="1">
                <a:latin typeface="Arial" panose="020B0604020202020204" pitchFamily="34" charset="0"/>
              </a:rPr>
              <a:t>petunjuk</a:t>
            </a:r>
            <a:r>
              <a:rPr lang="en-US" altLang="en-US" sz="1200" dirty="0">
                <a:latin typeface="Arial" panose="020B0604020202020204" pitchFamily="34" charset="0"/>
              </a:rPr>
              <a:t> tersebut.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 err="1">
                <a:latin typeface="Arial" panose="020B0604020202020204" pitchFamily="34" charset="0"/>
              </a:rPr>
              <a:t>Jawaban</a:t>
            </a:r>
            <a:r>
              <a:rPr lang="en-US" altLang="en-US" sz="1200" dirty="0">
                <a:latin typeface="Arial" panose="020B0604020202020204" pitchFamily="34" charset="0"/>
              </a:rPr>
              <a:t> yang benar </a:t>
            </a:r>
            <a:r>
              <a:rPr lang="en-US" altLang="en-US" sz="1200" dirty="0" err="1">
                <a:latin typeface="Arial" panose="020B0604020202020204" pitchFamily="34" charset="0"/>
              </a:rPr>
              <a:t>akan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menambah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skormu</a:t>
            </a:r>
            <a:r>
              <a:rPr lang="en-US" altLang="en-US" sz="1200" dirty="0">
                <a:latin typeface="Arial" panose="020B0604020202020204" pitchFamily="34" charset="0"/>
              </a:rPr>
              <a:t>, tetapi </a:t>
            </a:r>
            <a:r>
              <a:rPr lang="en-US" altLang="en-US" sz="1200" dirty="0" err="1">
                <a:latin typeface="Arial" panose="020B0604020202020204" pitchFamily="34" charset="0"/>
              </a:rPr>
              <a:t>hati-hati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karena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tebakan</a:t>
            </a:r>
            <a:r>
              <a:rPr lang="en-US" altLang="en-US" sz="1200" dirty="0">
                <a:latin typeface="Arial" panose="020B0604020202020204" pitchFamily="34" charset="0"/>
              </a:rPr>
              <a:t> yang </a:t>
            </a:r>
            <a:r>
              <a:rPr lang="en-US" altLang="en-US" sz="1200" dirty="0" err="1">
                <a:latin typeface="Arial" panose="020B0604020202020204" pitchFamily="34" charset="0"/>
              </a:rPr>
              <a:t>keliru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akan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mengurangi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latin typeface="Arial" panose="020B0604020202020204" pitchFamily="34" charset="0"/>
              </a:rPr>
              <a:t>poin</a:t>
            </a:r>
            <a:r>
              <a:rPr lang="en-US" altLang="en-US" sz="1200" dirty="0">
                <a:latin typeface="Arial" panose="020B0604020202020204" pitchFamily="34" charset="0"/>
              </a:rPr>
              <a:t>!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BDDC8A21-60B9-492A-BBE8-7AA6829ED3B2}"/>
              </a:ext>
            </a:extLst>
          </p:cNvPr>
          <p:cNvSpPr/>
          <p:nvPr/>
        </p:nvSpPr>
        <p:spPr>
          <a:xfrm>
            <a:off x="4917364" y="96393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B1E582E0-E45E-477F-9B91-50EE85FDF74A}"/>
              </a:ext>
            </a:extLst>
          </p:cNvPr>
          <p:cNvSpPr/>
          <p:nvPr/>
        </p:nvSpPr>
        <p:spPr>
          <a:xfrm>
            <a:off x="2609767" y="3284927"/>
            <a:ext cx="994452" cy="34622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MULAI PETUALANGAN</a:t>
            </a:r>
          </a:p>
        </p:txBody>
      </p:sp>
    </p:spTree>
    <p:extLst>
      <p:ext uri="{BB962C8B-B14F-4D97-AF65-F5344CB8AC3E}">
        <p14:creationId xmlns:p14="http://schemas.microsoft.com/office/powerpoint/2010/main" val="94474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763776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Aceh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en-US" sz="1600" dirty="0"/>
                        <a:t>“Coba </a:t>
                      </a:r>
                      <a:r>
                        <a:rPr lang="en-US" sz="1600" dirty="0" err="1"/>
                        <a:t>tebak</a:t>
                      </a:r>
                      <a:r>
                        <a:rPr lang="en-US" sz="1600" dirty="0"/>
                        <a:t> siapa yang </a:t>
                      </a:r>
                      <a:r>
                        <a:rPr lang="en-US" sz="1600" dirty="0" err="1"/>
                        <a:t>bersembunyi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serambi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Mekkah</a:t>
                      </a:r>
                      <a:r>
                        <a:rPr lang="en-US" sz="1600" dirty="0"/>
                        <a:t>!”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KARAKTER: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dirty="0"/>
                        <a:t>"Halo! Aku Cut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Aceh. Ini </a:t>
                      </a:r>
                      <a:r>
                        <a:rPr lang="en-US" sz="1600" dirty="0" err="1"/>
                        <a:t>pakaian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adatku</a:t>
                      </a:r>
                      <a:r>
                        <a:rPr lang="en-US" sz="1600" dirty="0"/>
                        <a:t> namanya </a:t>
                      </a:r>
                      <a:r>
                        <a:rPr lang="en-US" sz="1600" b="1" dirty="0" err="1"/>
                        <a:t>Ulee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Balang</a:t>
                      </a:r>
                      <a:r>
                        <a:rPr lang="en-US" sz="1600" dirty="0"/>
                        <a:t>. </a:t>
                      </a:r>
                      <a:r>
                        <a:rPr lang="en-US" sz="1600" dirty="0" err="1"/>
                        <a:t>Lihat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hiasan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kepalaku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pakaian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megah</a:t>
                      </a:r>
                      <a:r>
                        <a:rPr lang="en-US" sz="1600" dirty="0"/>
                        <a:t> ini? Motif dan </a:t>
                      </a:r>
                      <a:r>
                        <a:rPr lang="en-US" sz="1600" dirty="0" err="1"/>
                        <a:t>keindahannya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melambangkan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kebesaran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keberanian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serta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ketinggian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martabat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masyarakat</a:t>
                      </a:r>
                      <a:r>
                        <a:rPr lang="en-US" sz="1600" dirty="0"/>
                        <a:t> Aceh!"</a:t>
                      </a:r>
                    </a:p>
                    <a:p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EC626-AD0A-46D5-BA8E-6C9B2BD70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BEF776-1247-4557-991B-0B813041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0BEC6371-812F-4530-A949-A3A38D2136B7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DA8F5-5EA7-4CF2-AA0D-0ED7109A9467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BA63FFDA-2E3B-4557-8A15-A9B1CAE8496F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C2CEC-44FC-4C93-A0B0-74A7F8367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3" y="4046783"/>
            <a:ext cx="1822818" cy="244127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D6AE49B-FA47-42E7-87E0-469776C4D1C2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6" name="Heart 5">
              <a:extLst>
                <a:ext uri="{FF2B5EF4-FFF2-40B4-BE49-F238E27FC236}">
                  <a16:creationId xmlns:a16="http://schemas.microsoft.com/office/drawing/2014/main" id="{F52A6E29-56DB-48DA-A47A-8262EA677FBE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art 14">
              <a:extLst>
                <a:ext uri="{FF2B5EF4-FFF2-40B4-BE49-F238E27FC236}">
                  <a16:creationId xmlns:a16="http://schemas.microsoft.com/office/drawing/2014/main" id="{184645C8-0277-4B70-A7A7-4241323DA05F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Heart 15">
              <a:extLst>
                <a:ext uri="{FF2B5EF4-FFF2-40B4-BE49-F238E27FC236}">
                  <a16:creationId xmlns:a16="http://schemas.microsoft.com/office/drawing/2014/main" id="{804C147B-0F37-4C9B-A601-45F84915883B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457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864677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Bali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it-IT" dirty="0"/>
                        <a:t>Cari anak dengan udeng di pulau dewata sekarang!"</a:t>
                      </a:r>
                    </a:p>
                    <a:p>
                      <a:endParaRPr lang="it-IT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KARAKTER: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/>
                        <a:t>"Halo! Aku Made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Bali. Ini </a:t>
                      </a:r>
                      <a:r>
                        <a:rPr lang="en-US" dirty="0" err="1"/>
                        <a:t>pakaian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adatku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ya</a:t>
                      </a:r>
                      <a:r>
                        <a:rPr lang="en-US" dirty="0"/>
                        <a:t>. Aku </a:t>
                      </a:r>
                      <a:r>
                        <a:rPr lang="en-US" dirty="0" err="1"/>
                        <a:t>memakai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Udeng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kepalaku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kain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Kamben</a:t>
                      </a:r>
                      <a:r>
                        <a:rPr lang="en-US" dirty="0"/>
                        <a:t> ini. </a:t>
                      </a:r>
                      <a:r>
                        <a:rPr lang="en-US" dirty="0" err="1"/>
                        <a:t>Biasanya</a:t>
                      </a:r>
                      <a:r>
                        <a:rPr lang="en-US" dirty="0"/>
                        <a:t> kami </a:t>
                      </a:r>
                      <a:r>
                        <a:rPr lang="en-US" dirty="0" err="1"/>
                        <a:t>memakai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pakaian</a:t>
                      </a:r>
                      <a:r>
                        <a:rPr lang="en-US" dirty="0"/>
                        <a:t> ini </a:t>
                      </a:r>
                      <a:r>
                        <a:rPr lang="en-US" dirty="0" err="1"/>
                        <a:t>saat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mengikuti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upacara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budaya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pura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sebagai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wujud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syukur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kepada</a:t>
                      </a:r>
                      <a:r>
                        <a:rPr lang="en-US" dirty="0"/>
                        <a:t> Sang </a:t>
                      </a:r>
                      <a:r>
                        <a:rPr lang="en-US" dirty="0" err="1"/>
                        <a:t>Pencipta</a:t>
                      </a:r>
                      <a:r>
                        <a:rPr lang="en-US" dirty="0"/>
                        <a:t>!“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7832B-9D30-4CDB-900F-8BFBFB521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36" y="4050795"/>
            <a:ext cx="1924841" cy="2577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3B0983-D681-460C-AE47-A6F3BFCDE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C63047DD-1260-4911-A1DB-1F6C091CD6CC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3DC6F-7051-4472-9469-98190353FFC0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92CC30-0B44-494D-A811-599E7AA50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B63A391-B6F8-41AF-A402-DBC28060A116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693BDF-62EB-463A-8EAA-46F5F60A9677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17" name="Heart 16">
              <a:extLst>
                <a:ext uri="{FF2B5EF4-FFF2-40B4-BE49-F238E27FC236}">
                  <a16:creationId xmlns:a16="http://schemas.microsoft.com/office/drawing/2014/main" id="{9B42FA23-90B0-427B-89EC-B6932AC76A0E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art 17">
              <a:extLst>
                <a:ext uri="{FF2B5EF4-FFF2-40B4-BE49-F238E27FC236}">
                  <a16:creationId xmlns:a16="http://schemas.microsoft.com/office/drawing/2014/main" id="{99127B9F-5A3E-4190-BA0F-8E209141B6D8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art 18">
              <a:extLst>
                <a:ext uri="{FF2B5EF4-FFF2-40B4-BE49-F238E27FC236}">
                  <a16:creationId xmlns:a16="http://schemas.microsoft.com/office/drawing/2014/main" id="{0F167081-BA29-40F8-A75D-5BA7EE1A84B0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899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106740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Papua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en-US" dirty="0"/>
                        <a:t>“Coba </a:t>
                      </a:r>
                      <a:r>
                        <a:rPr lang="en-US" dirty="0" err="1"/>
                        <a:t>tebak</a:t>
                      </a:r>
                      <a:r>
                        <a:rPr lang="en-US" dirty="0"/>
                        <a:t> siapa </a:t>
                      </a:r>
                      <a:r>
                        <a:rPr lang="en-US" dirty="0" err="1"/>
                        <a:t>bersembunyi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ujung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timur</a:t>
                      </a:r>
                      <a:r>
                        <a:rPr lang="en-US" dirty="0"/>
                        <a:t>!”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KARAKTER: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/>
                        <a:t>"Halo! Aku </a:t>
                      </a:r>
                      <a:r>
                        <a:rPr lang="en-US" dirty="0" err="1"/>
                        <a:t>Osea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Papua. </a:t>
                      </a:r>
                      <a:r>
                        <a:rPr lang="en-US" dirty="0" err="1"/>
                        <a:t>Pakaian</a:t>
                      </a:r>
                      <a:r>
                        <a:rPr lang="en-US" dirty="0"/>
                        <a:t> ini adalah </a:t>
                      </a:r>
                      <a:r>
                        <a:rPr lang="en-US" dirty="0" err="1"/>
                        <a:t>rok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rumbai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serat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daun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sagu</a:t>
                      </a:r>
                      <a:r>
                        <a:rPr lang="en-US" dirty="0"/>
                        <a:t>. Dan </a:t>
                      </a:r>
                      <a:r>
                        <a:rPr lang="en-US" dirty="0" err="1"/>
                        <a:t>lihat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mahkota</a:t>
                      </a:r>
                      <a:r>
                        <a:rPr lang="en-US" dirty="0"/>
                        <a:t> di </a:t>
                      </a:r>
                      <a:r>
                        <a:rPr lang="en-US" dirty="0" err="1"/>
                        <a:t>kepalaku</a:t>
                      </a:r>
                      <a:r>
                        <a:rPr lang="en-US" dirty="0"/>
                        <a:t>? Ini dibuat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bulu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burung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cendrawasih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melambangkan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keindahan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tanah</a:t>
                      </a:r>
                      <a:r>
                        <a:rPr lang="en-US" dirty="0"/>
                        <a:t> Papua yang kami </a:t>
                      </a:r>
                      <a:r>
                        <a:rPr lang="en-US" dirty="0" err="1"/>
                        <a:t>sayangi</a:t>
                      </a:r>
                      <a:r>
                        <a:rPr lang="en-US" dirty="0"/>
                        <a:t>!”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802D1-5089-4BAE-B213-79E650280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28" y="4063042"/>
            <a:ext cx="1919435" cy="2570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62F119-36D3-43D8-81F7-2E877F1FA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33A0BEA4-09B4-43D6-AFDC-92E9B540D107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C39FC-C96B-43C0-85D3-B326756B77A1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10A913-A70E-40F5-9CA7-1451C316E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7A12B296-70B9-4001-87CC-3D065A2D2266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C5C92-22A5-4257-8DF1-C68C84AAE917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16" name="Heart 15">
              <a:extLst>
                <a:ext uri="{FF2B5EF4-FFF2-40B4-BE49-F238E27FC236}">
                  <a16:creationId xmlns:a16="http://schemas.microsoft.com/office/drawing/2014/main" id="{F1A791A7-7874-4FF5-952F-621E0502D68D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Heart 16">
              <a:extLst>
                <a:ext uri="{FF2B5EF4-FFF2-40B4-BE49-F238E27FC236}">
                  <a16:creationId xmlns:a16="http://schemas.microsoft.com/office/drawing/2014/main" id="{3878FBD7-523E-433D-8EC5-0E158D9958E4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art 17">
              <a:extLst>
                <a:ext uri="{FF2B5EF4-FFF2-40B4-BE49-F238E27FC236}">
                  <a16:creationId xmlns:a16="http://schemas.microsoft.com/office/drawing/2014/main" id="{8FCD39F5-C9D9-46C0-8B72-0BD3CEEBCFB3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686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98754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Kalimantan Timur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en-US" sz="1600" dirty="0"/>
                        <a:t>“Coba </a:t>
                      </a:r>
                      <a:r>
                        <a:rPr lang="en-US" sz="1600" dirty="0" err="1"/>
                        <a:t>tebak</a:t>
                      </a:r>
                      <a:r>
                        <a:rPr lang="en-US" sz="1600" dirty="0"/>
                        <a:t> siapa </a:t>
                      </a:r>
                      <a:r>
                        <a:rPr lang="en-US" sz="1600" dirty="0" err="1"/>
                        <a:t>bersembunyi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hutan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borneo</a:t>
                      </a:r>
                      <a:r>
                        <a:rPr lang="en-US" sz="1600" dirty="0"/>
                        <a:t>!”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KARAKTER: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dirty="0"/>
                        <a:t>"Hai! Aku </a:t>
                      </a:r>
                      <a:r>
                        <a:rPr lang="en-US" sz="1600" dirty="0" err="1"/>
                        <a:t>Anah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Kalimantan Timur. Ini baju </a:t>
                      </a:r>
                      <a:r>
                        <a:rPr lang="en-US" sz="1600" dirty="0" err="1"/>
                        <a:t>adatku</a:t>
                      </a:r>
                      <a:r>
                        <a:rPr lang="en-US" sz="1600" dirty="0"/>
                        <a:t>, namanya </a:t>
                      </a:r>
                      <a:r>
                        <a:rPr lang="en-US" sz="1600" dirty="0" err="1"/>
                        <a:t>Ta'a</a:t>
                      </a:r>
                      <a:r>
                        <a:rPr lang="en-US" sz="1600" dirty="0"/>
                        <a:t>. Motif batik dan </a:t>
                      </a:r>
                      <a:r>
                        <a:rPr lang="en-US" sz="1600" dirty="0" err="1"/>
                        <a:t>hiasan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manik-manik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bajuku</a:t>
                      </a:r>
                      <a:r>
                        <a:rPr lang="en-US" sz="1600" dirty="0"/>
                        <a:t> ini </a:t>
                      </a:r>
                      <a:r>
                        <a:rPr lang="en-US" sz="1600" dirty="0" err="1"/>
                        <a:t>melambangkan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kekayaan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alam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hutan</a:t>
                      </a:r>
                      <a:r>
                        <a:rPr lang="en-US" sz="1600" dirty="0"/>
                        <a:t> kami yang harus selalu </a:t>
                      </a:r>
                      <a:r>
                        <a:rPr lang="en-US" sz="1600" dirty="0" err="1"/>
                        <a:t>kita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jaga</a:t>
                      </a:r>
                      <a:r>
                        <a:rPr lang="en-US" sz="1600" dirty="0"/>
                        <a:t>!“</a:t>
                      </a:r>
                    </a:p>
                    <a:p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9A33ED-2FE5-4AAB-B370-6A6CF89AF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2721"/>
            <a:ext cx="1932221" cy="25877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D65DDA-36B5-4A8D-8DA8-13E4A9FA8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D667CF66-3630-474E-956D-0CA0958F3B2C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5CA45-C19B-4A78-AFAC-8586437D4530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3B1D72-38D8-46C4-A577-78A8A73EA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9072011-A05C-4DD0-92B6-2473880ACE1A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5FFB5-D14D-4D14-A6F5-AA2E8012547C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17" name="Heart 16">
              <a:extLst>
                <a:ext uri="{FF2B5EF4-FFF2-40B4-BE49-F238E27FC236}">
                  <a16:creationId xmlns:a16="http://schemas.microsoft.com/office/drawing/2014/main" id="{33BC935C-382A-406F-B6F3-5B48AA8F142C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art 17">
              <a:extLst>
                <a:ext uri="{FF2B5EF4-FFF2-40B4-BE49-F238E27FC236}">
                  <a16:creationId xmlns:a16="http://schemas.microsoft.com/office/drawing/2014/main" id="{94598FC9-2996-47DF-BB05-BD3D6005F470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art 18">
              <a:extLst>
                <a:ext uri="{FF2B5EF4-FFF2-40B4-BE49-F238E27FC236}">
                  <a16:creationId xmlns:a16="http://schemas.microsoft.com/office/drawing/2014/main" id="{0F654EA8-63D1-428A-874F-8013AD356CEE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570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391638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Tengah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en-US" sz="1600" dirty="0"/>
                        <a:t>“Cari anak yang </a:t>
                      </a:r>
                      <a:r>
                        <a:rPr lang="en-US" sz="1600" dirty="0" err="1"/>
                        <a:t>mengenakan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blangkon</a:t>
                      </a:r>
                      <a:r>
                        <a:rPr lang="en-US" sz="1600" dirty="0"/>
                        <a:t>!”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KARAKTER: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dirty="0"/>
                        <a:t>“Halo! Aku </a:t>
                      </a:r>
                      <a:r>
                        <a:rPr lang="en-US" sz="1600" dirty="0" err="1"/>
                        <a:t>Raden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Jawa</a:t>
                      </a:r>
                      <a:r>
                        <a:rPr lang="en-US" sz="1600" dirty="0"/>
                        <a:t> Tengah. </a:t>
                      </a:r>
                      <a:r>
                        <a:rPr lang="en-US" sz="1600" dirty="0" err="1"/>
                        <a:t>Kalau</a:t>
                      </a:r>
                      <a:r>
                        <a:rPr lang="en-US" sz="1600" dirty="0"/>
                        <a:t> kamu </a:t>
                      </a:r>
                      <a:r>
                        <a:rPr lang="en-US" sz="1600" dirty="0" err="1"/>
                        <a:t>melihatku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memakai</a:t>
                      </a:r>
                      <a:r>
                        <a:rPr lang="en-US" sz="1600" dirty="0"/>
                        <a:t> baju </a:t>
                      </a:r>
                      <a:r>
                        <a:rPr lang="en-US" sz="1600" dirty="0" err="1"/>
                        <a:t>Beskap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Blangkon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kepalaku</a:t>
                      </a:r>
                      <a:r>
                        <a:rPr lang="en-US" sz="1600" dirty="0"/>
                        <a:t>, berarti aku </a:t>
                      </a:r>
                      <a:r>
                        <a:rPr lang="en-US" sz="1600" dirty="0" err="1"/>
                        <a:t>sedang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bersiap</a:t>
                      </a:r>
                      <a:r>
                        <a:rPr lang="en-US" sz="1600" dirty="0"/>
                        <a:t> untuk acara </a:t>
                      </a:r>
                      <a:r>
                        <a:rPr lang="en-US" sz="1600" dirty="0" err="1"/>
                        <a:t>istimewa</a:t>
                      </a:r>
                      <a:r>
                        <a:rPr lang="en-US" sz="1600" dirty="0"/>
                        <a:t>. </a:t>
                      </a:r>
                      <a:r>
                        <a:rPr lang="en-US" sz="1600" dirty="0" err="1"/>
                        <a:t>Blangkon</a:t>
                      </a:r>
                      <a:r>
                        <a:rPr lang="en-US" sz="1600" dirty="0"/>
                        <a:t> ini bukan </a:t>
                      </a:r>
                      <a:r>
                        <a:rPr lang="en-US" sz="1600" dirty="0" err="1"/>
                        <a:t>sekadar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topi</a:t>
                      </a:r>
                      <a:r>
                        <a:rPr lang="en-US" sz="1600" dirty="0"/>
                        <a:t>, tapi </a:t>
                      </a:r>
                      <a:r>
                        <a:rPr lang="en-US" sz="1600" dirty="0" err="1"/>
                        <a:t>simbol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kedewasaan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tanggung</a:t>
                      </a:r>
                      <a:r>
                        <a:rPr lang="en-US" sz="1600" dirty="0"/>
                        <a:t> jawab bagi </a:t>
                      </a:r>
                      <a:r>
                        <a:rPr lang="en-US" sz="1600" dirty="0" err="1"/>
                        <a:t>laki-laki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Jawa</a:t>
                      </a:r>
                      <a:r>
                        <a:rPr lang="en-US" sz="1600" dirty="0"/>
                        <a:t>.“</a:t>
                      </a:r>
                    </a:p>
                    <a:p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BD0C2-B2C8-45C2-97D9-62E329979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426" y="3878580"/>
            <a:ext cx="2049406" cy="2744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7883A2-3E13-4A35-91E4-D19BDE452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844B3CCD-A439-4381-8C09-997D5641DF5E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57787-72F5-4B9D-9047-756C0DC07DCC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371083-2625-4B8C-88C5-C5ACE3EB7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3459BBB-F8E7-4232-9F14-2F5D94AC7482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807CFF-5B76-4DBE-8C3B-F7C89B85AC82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17" name="Heart 16">
              <a:extLst>
                <a:ext uri="{FF2B5EF4-FFF2-40B4-BE49-F238E27FC236}">
                  <a16:creationId xmlns:a16="http://schemas.microsoft.com/office/drawing/2014/main" id="{E8B773A8-CAFF-44E6-88E7-A0FD314F3875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art 17">
              <a:extLst>
                <a:ext uri="{FF2B5EF4-FFF2-40B4-BE49-F238E27FC236}">
                  <a16:creationId xmlns:a16="http://schemas.microsoft.com/office/drawing/2014/main" id="{71340986-D668-459F-87A4-BF71D22F5EF9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art 18">
              <a:extLst>
                <a:ext uri="{FF2B5EF4-FFF2-40B4-BE49-F238E27FC236}">
                  <a16:creationId xmlns:a16="http://schemas.microsoft.com/office/drawing/2014/main" id="{76CD4F2D-4BB2-4EA2-AA53-0F451AFA66AB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6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65781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Sulawesi Selatan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HINT:</a:t>
                      </a:r>
                    </a:p>
                    <a:p>
                      <a:r>
                        <a:rPr lang="fi-FI" sz="1600" dirty="0"/>
                        <a:t>”Temukan anak manis di tanah bugis!”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KARAKTER: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"Halo! Aku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Rukka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Toraja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Lihat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pakaian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adatku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ini, namanya Baju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Pokko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 Warnanya yang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cerah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pola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manik-manik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ini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melambangkan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kegembiraan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hubungan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baik kami dengan Sang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Pencipta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serta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alam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sekitar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.“</a:t>
                      </a:r>
                    </a:p>
                    <a:p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Tugas: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mencari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anak yang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bersembunyi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dengan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objek-objek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latar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Interaksi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Ketika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berhasil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menemukan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anak,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karakter tersebut keluar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baju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sesuai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daerahnya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pause otomatis dan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memunculkan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Pop-Up penjelasan.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Navigasi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Murid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mengklik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tombol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[Lanjut] untuk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memperbarui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Sekor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bertambah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+1 anak.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69F52F-35CD-4812-8386-AA56D5199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4" y="4012980"/>
            <a:ext cx="1948766" cy="26099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BEF776-1247-4557-991B-0B8130415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66" y="4240629"/>
            <a:ext cx="3106365" cy="2202248"/>
          </a:xfrm>
          <a:prstGeom prst="rect">
            <a:avLst/>
          </a:prstGeom>
        </p:spPr>
      </p:pic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0BEC6371-812F-4530-A949-A3A38D2136B7}"/>
              </a:ext>
            </a:extLst>
          </p:cNvPr>
          <p:cNvSpPr/>
          <p:nvPr/>
        </p:nvSpPr>
        <p:spPr>
          <a:xfrm>
            <a:off x="3298316" y="566120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Lanjut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DA8F5-5EA7-4CF2-AA0D-0ED7109A9467}"/>
              </a:ext>
            </a:extLst>
          </p:cNvPr>
          <p:cNvSpPr txBox="1"/>
          <p:nvPr/>
        </p:nvSpPr>
        <p:spPr>
          <a:xfrm>
            <a:off x="2513702" y="4868605"/>
            <a:ext cx="238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Ilustrasi dan penjelasan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D0DFBC-4BAB-4ADB-8AF5-8A0E8E33B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64" y="1063036"/>
            <a:ext cx="5486401" cy="2924355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D57B93A-8888-405C-99B0-50E6DD222B7A}"/>
              </a:ext>
            </a:extLst>
          </p:cNvPr>
          <p:cNvSpPr/>
          <p:nvPr/>
        </p:nvSpPr>
        <p:spPr>
          <a:xfrm>
            <a:off x="4985944" y="1223014"/>
            <a:ext cx="815464" cy="292409"/>
          </a:xfrm>
          <a:prstGeom prst="snip2Diag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D7D77-91C9-467C-98AE-31B5875349BE}"/>
              </a:ext>
            </a:extLst>
          </p:cNvPr>
          <p:cNvGrpSpPr/>
          <p:nvPr/>
        </p:nvGrpSpPr>
        <p:grpSpPr>
          <a:xfrm>
            <a:off x="577970" y="1163621"/>
            <a:ext cx="1064172" cy="292409"/>
            <a:chOff x="577970" y="1163621"/>
            <a:chExt cx="1064172" cy="292409"/>
          </a:xfrm>
        </p:grpSpPr>
        <p:sp>
          <p:nvSpPr>
            <p:cNvPr id="17" name="Heart 16">
              <a:extLst>
                <a:ext uri="{FF2B5EF4-FFF2-40B4-BE49-F238E27FC236}">
                  <a16:creationId xmlns:a16="http://schemas.microsoft.com/office/drawing/2014/main" id="{90DA5294-94E1-4438-B12F-DED5E2497263}"/>
                </a:ext>
              </a:extLst>
            </p:cNvPr>
            <p:cNvSpPr/>
            <p:nvPr/>
          </p:nvSpPr>
          <p:spPr>
            <a:xfrm>
              <a:off x="577970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art 17">
              <a:extLst>
                <a:ext uri="{FF2B5EF4-FFF2-40B4-BE49-F238E27FC236}">
                  <a16:creationId xmlns:a16="http://schemas.microsoft.com/office/drawing/2014/main" id="{3C00EB97-E73D-42F4-9700-7A30ED195F27}"/>
                </a:ext>
              </a:extLst>
            </p:cNvPr>
            <p:cNvSpPr/>
            <p:nvPr/>
          </p:nvSpPr>
          <p:spPr>
            <a:xfrm>
              <a:off x="959094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art 18">
              <a:extLst>
                <a:ext uri="{FF2B5EF4-FFF2-40B4-BE49-F238E27FC236}">
                  <a16:creationId xmlns:a16="http://schemas.microsoft.com/office/drawing/2014/main" id="{EAE28FEF-197E-47C6-B39D-AD53CD99D7CD}"/>
                </a:ext>
              </a:extLst>
            </p:cNvPr>
            <p:cNvSpPr/>
            <p:nvPr/>
          </p:nvSpPr>
          <p:spPr>
            <a:xfrm>
              <a:off x="1340218" y="1163621"/>
              <a:ext cx="301924" cy="292409"/>
            </a:xfrm>
            <a:prstGeom prst="hear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405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313EA-36E0-4669-B4B9-06C1A2A4D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89235"/>
              </p:ext>
            </p:extLst>
          </p:nvPr>
        </p:nvGraphicFramePr>
        <p:xfrm>
          <a:off x="327804" y="310552"/>
          <a:ext cx="11536392" cy="6236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8196">
                  <a:extLst>
                    <a:ext uri="{9D8B030D-6E8A-4147-A177-3AD203B41FA5}">
                      <a16:colId xmlns:a16="http://schemas.microsoft.com/office/drawing/2014/main" val="703189149"/>
                    </a:ext>
                  </a:extLst>
                </a:gridCol>
                <a:gridCol w="5768196">
                  <a:extLst>
                    <a:ext uri="{9D8B030D-6E8A-4147-A177-3AD203B41FA5}">
                      <a16:colId xmlns:a16="http://schemas.microsoft.com/office/drawing/2014/main" val="1515878755"/>
                    </a:ext>
                  </a:extLst>
                </a:gridCol>
              </a:tblGrid>
              <a:tr h="376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NARATOR/VO/DESKRIPSI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24130"/>
                  </a:ext>
                </a:extLst>
              </a:tr>
              <a:tr h="586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 4: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Petak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Umpet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Peta Indonesia (Babak Utama)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 NARATOR: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“HEBAT!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Selamat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kamu baru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saja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menyelesaikan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permainan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Indonesia memiliki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keberagaman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budaya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luar biasa! Dengan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mengenal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pakaian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daerah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kita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belajar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menghargai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perbedaan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memperkuat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persatuan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bangsa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Sampai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jumpa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!“</a:t>
                      </a:r>
                    </a:p>
                    <a:p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dirty="0"/>
                        <a:t>TEKS TANTANGAN:</a:t>
                      </a:r>
                    </a:p>
                    <a:p>
                      <a:r>
                        <a:rPr lang="en-US" sz="1600" b="1" dirty="0"/>
                        <a:t>1. </a:t>
                      </a:r>
                      <a:r>
                        <a:rPr lang="en-US" sz="1600" b="1" dirty="0" err="1"/>
                        <a:t>Pakaian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adat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daerah</a:t>
                      </a:r>
                      <a:r>
                        <a:rPr lang="en-US" sz="1600" b="1" dirty="0"/>
                        <a:t> mana yang paling kamu </a:t>
                      </a:r>
                      <a:r>
                        <a:rPr lang="en-US" sz="1600" b="1" dirty="0" err="1"/>
                        <a:t>sukai</a:t>
                      </a:r>
                      <a:r>
                        <a:rPr lang="en-US" sz="1600" b="1" dirty="0"/>
                        <a:t>?</a:t>
                      </a:r>
                      <a:endParaRPr lang="en-US" sz="1600" dirty="0"/>
                    </a:p>
                    <a:p>
                      <a:r>
                        <a:rPr lang="en-US" sz="1600" b="1" dirty="0"/>
                        <a:t>2. </a:t>
                      </a:r>
                      <a:r>
                        <a:rPr lang="en-US" sz="1600" b="1" dirty="0" err="1"/>
                        <a:t>Apa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keunikan</a:t>
                      </a:r>
                      <a:r>
                        <a:rPr lang="en-US" sz="1600" b="1" dirty="0"/>
                        <a:t> atau </a:t>
                      </a:r>
                      <a:r>
                        <a:rPr lang="en-US" sz="1600" b="1" dirty="0" err="1"/>
                        <a:t>daya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tarik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pakaian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adat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pilihanmu</a:t>
                      </a:r>
                      <a:r>
                        <a:rPr lang="en-US" sz="1600" b="1" dirty="0"/>
                        <a:t> tersebut?</a:t>
                      </a:r>
                      <a:endParaRPr lang="en-US" sz="1600" dirty="0"/>
                    </a:p>
                    <a:p>
                      <a:r>
                        <a:rPr lang="en-US" sz="1600" b="1" dirty="0"/>
                        <a:t>3. </a:t>
                      </a:r>
                      <a:r>
                        <a:rPr lang="en-US" sz="1600" b="1" dirty="0" err="1"/>
                        <a:t>Mengapa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kita</a:t>
                      </a:r>
                      <a:r>
                        <a:rPr lang="en-US" sz="1600" b="1" dirty="0"/>
                        <a:t> perlu </a:t>
                      </a:r>
                      <a:r>
                        <a:rPr lang="en-US" sz="1600" b="1" dirty="0" err="1"/>
                        <a:t>melestarikan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keberagaman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pakaian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adat</a:t>
                      </a:r>
                      <a:r>
                        <a:rPr lang="en-US" sz="1600" b="1" dirty="0"/>
                        <a:t> Indonesia?</a:t>
                      </a:r>
                      <a:endParaRPr lang="en-US" sz="1600" dirty="0"/>
                    </a:p>
                    <a:p>
                      <a:endParaRPr lang="en-US" sz="1600" dirty="0"/>
                    </a:p>
                    <a:p>
                      <a:r>
                        <a:rPr lang="en-US" sz="1600" dirty="0" err="1"/>
                        <a:t>Tuliskan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jawabannya</a:t>
                      </a:r>
                      <a:r>
                        <a:rPr lang="en-US" sz="1600" dirty="0"/>
                        <a:t> di buku </a:t>
                      </a:r>
                      <a:r>
                        <a:rPr lang="en-US" sz="1600" dirty="0" err="1"/>
                        <a:t>catatanmu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ya</a:t>
                      </a:r>
                      <a:r>
                        <a:rPr lang="en-US" sz="1600" dirty="0"/>
                        <a:t>! Sampai </a:t>
                      </a:r>
                      <a:r>
                        <a:rPr lang="en-US" sz="1600" dirty="0" err="1"/>
                        <a:t>Jumpa</a:t>
                      </a:r>
                      <a:r>
                        <a:rPr lang="en-US" sz="1600" dirty="0"/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9872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F84F628-E4AB-4694-BFE4-F73605B11680}"/>
              </a:ext>
            </a:extLst>
          </p:cNvPr>
          <p:cNvSpPr/>
          <p:nvPr/>
        </p:nvSpPr>
        <p:spPr>
          <a:xfrm>
            <a:off x="327804" y="310550"/>
            <a:ext cx="992038" cy="3686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SC-0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DDE934-D4C8-422A-A30A-D7CD45A19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8" y="1059522"/>
            <a:ext cx="5525236" cy="3083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7F4B6F-397D-4C04-A60F-0F572F712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05" y="1228728"/>
            <a:ext cx="3614122" cy="2562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769081-DD22-4881-A0BE-2D196DA6E9B6}"/>
              </a:ext>
            </a:extLst>
          </p:cNvPr>
          <p:cNvSpPr txBox="1"/>
          <p:nvPr/>
        </p:nvSpPr>
        <p:spPr>
          <a:xfrm>
            <a:off x="1852616" y="2696080"/>
            <a:ext cx="27050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TEKS TANTANGAN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1C52B-D68D-47E6-9C64-2D309E51F2A2}"/>
              </a:ext>
            </a:extLst>
          </p:cNvPr>
          <p:cNvSpPr txBox="1"/>
          <p:nvPr/>
        </p:nvSpPr>
        <p:spPr>
          <a:xfrm>
            <a:off x="1820810" y="2126969"/>
            <a:ext cx="27050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HEBAT!</a:t>
            </a:r>
          </a:p>
          <a:p>
            <a:pPr algn="ctr"/>
            <a:r>
              <a:rPr lang="en-US" sz="1100" b="1" dirty="0"/>
              <a:t>Kamu berhasil </a:t>
            </a:r>
            <a:r>
              <a:rPr lang="en-US" sz="1100" b="1" dirty="0" err="1"/>
              <a:t>menemukan</a:t>
            </a:r>
            <a:r>
              <a:rPr lang="en-US" sz="1100" b="1" dirty="0"/>
              <a:t> 6 </a:t>
            </a:r>
            <a:r>
              <a:rPr lang="en-US" sz="1100" b="1" dirty="0" err="1"/>
              <a:t>dari</a:t>
            </a:r>
            <a:r>
              <a:rPr lang="en-US" sz="1100" b="1" dirty="0"/>
              <a:t> 6 anak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D842C63B-5042-42F7-BA97-8924CEB46D4E}"/>
              </a:ext>
            </a:extLst>
          </p:cNvPr>
          <p:cNvSpPr/>
          <p:nvPr/>
        </p:nvSpPr>
        <p:spPr>
          <a:xfrm>
            <a:off x="2957512" y="1764920"/>
            <a:ext cx="409575" cy="356877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8B0B7611-0795-4E7A-9C47-E339C0F033D9}"/>
              </a:ext>
            </a:extLst>
          </p:cNvPr>
          <p:cNvSpPr/>
          <p:nvPr/>
        </p:nvSpPr>
        <p:spPr>
          <a:xfrm>
            <a:off x="2536609" y="1751673"/>
            <a:ext cx="409575" cy="356877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3042744-5AB3-421D-9067-1A443F484834}"/>
              </a:ext>
            </a:extLst>
          </p:cNvPr>
          <p:cNvSpPr/>
          <p:nvPr/>
        </p:nvSpPr>
        <p:spPr>
          <a:xfrm>
            <a:off x="3395440" y="1751673"/>
            <a:ext cx="409575" cy="356877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4A68E0-C5B8-481A-A3B4-809A083012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5"/>
          <a:stretch/>
        </p:blipFill>
        <p:spPr>
          <a:xfrm>
            <a:off x="449331" y="887724"/>
            <a:ext cx="1293877" cy="2803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9DE87A-E6C5-4EB9-BDBF-EA0A9B076B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95"/>
          <a:stretch/>
        </p:blipFill>
        <p:spPr>
          <a:xfrm>
            <a:off x="4641301" y="958534"/>
            <a:ext cx="1337812" cy="28573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530D06-2134-47F9-A0B1-93338003AEF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39"/>
          <a:stretch/>
        </p:blipFill>
        <p:spPr>
          <a:xfrm>
            <a:off x="-174950" y="1485205"/>
            <a:ext cx="2198911" cy="2658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8B8BE-28B5-47B3-A8B7-73B421042BF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9" b="19345"/>
          <a:stretch/>
        </p:blipFill>
        <p:spPr>
          <a:xfrm>
            <a:off x="4234362" y="1645047"/>
            <a:ext cx="1740205" cy="24983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96BCB2-7458-466F-8318-E1013A48B9D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10"/>
          <a:stretch/>
        </p:blipFill>
        <p:spPr>
          <a:xfrm flipH="1">
            <a:off x="333029" y="2231795"/>
            <a:ext cx="2160649" cy="19240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FC2D40-0DBE-421C-9EEA-AE80FD9C756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38"/>
          <a:stretch/>
        </p:blipFill>
        <p:spPr>
          <a:xfrm>
            <a:off x="3912644" y="2719917"/>
            <a:ext cx="1958720" cy="1423459"/>
          </a:xfrm>
          <a:prstGeom prst="rect">
            <a:avLst/>
          </a:prstGeom>
        </p:spPr>
      </p:pic>
      <p:sp>
        <p:nvSpPr>
          <p:cNvPr id="28" name="Rectangle: Diagonal Corners Snipped 27">
            <a:extLst>
              <a:ext uri="{FF2B5EF4-FFF2-40B4-BE49-F238E27FC236}">
                <a16:creationId xmlns:a16="http://schemas.microsoft.com/office/drawing/2014/main" id="{39C02BF1-7230-4CC8-9C55-353591C676C8}"/>
              </a:ext>
            </a:extLst>
          </p:cNvPr>
          <p:cNvSpPr/>
          <p:nvPr/>
        </p:nvSpPr>
        <p:spPr>
          <a:xfrm>
            <a:off x="2211670" y="3704280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Ulangi</a:t>
            </a:r>
            <a:endParaRPr lang="en-US" sz="1600" dirty="0"/>
          </a:p>
        </p:txBody>
      </p:sp>
      <p:sp>
        <p:nvSpPr>
          <p:cNvPr id="29" name="Rectangle: Diagonal Corners Snipped 28">
            <a:extLst>
              <a:ext uri="{FF2B5EF4-FFF2-40B4-BE49-F238E27FC236}">
                <a16:creationId xmlns:a16="http://schemas.microsoft.com/office/drawing/2014/main" id="{5E88DE25-32A6-4552-B239-F122BACB8714}"/>
              </a:ext>
            </a:extLst>
          </p:cNvPr>
          <p:cNvSpPr/>
          <p:nvPr/>
        </p:nvSpPr>
        <p:spPr>
          <a:xfrm>
            <a:off x="3222227" y="3713857"/>
            <a:ext cx="815464" cy="292409"/>
          </a:xfrm>
          <a:prstGeom prst="snip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Keluar</a:t>
            </a:r>
          </a:p>
        </p:txBody>
      </p:sp>
    </p:spTree>
    <p:extLst>
      <p:ext uri="{BB962C8B-B14F-4D97-AF65-F5344CB8AC3E}">
        <p14:creationId xmlns:p14="http://schemas.microsoft.com/office/powerpoint/2010/main" val="322827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1072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STORYBOARD GAME INTERAKTIF PEMBELAJARAN IPAS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Helmin</dc:creator>
  <cp:lastModifiedBy>Helmin</cp:lastModifiedBy>
  <cp:revision>170</cp:revision>
  <dcterms:created xsi:type="dcterms:W3CDTF">2026-06-03T05:39:09Z</dcterms:created>
  <dcterms:modified xsi:type="dcterms:W3CDTF">2026-08-03T05:13:03Z</dcterms:modified>
</cp:coreProperties>
</file>